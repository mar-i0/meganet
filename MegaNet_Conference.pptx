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0000"/>
            <a:ext cx="12193200" cy="5580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620000"/>
            <a:ext cx="104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MegaNet MVP</a:t>
            </a:r>
          </a:p>
          <a:p>
            <a:pPr algn="l"/>
            <a:r>
              <a:rPr sz="2600" b="0">
                <a:solidFill>
                  <a:srgbClr val="0078D7"/>
                </a:solidFill>
                <a:latin typeface="Calibri"/>
              </a:rPr>
              <a:t>Internet Paralela Descentralizada</a:t>
            </a:r>
          </a:p>
          <a:p>
            <a:pPr algn="l"/>
            <a:r>
              <a:rPr sz="1500" b="0">
                <a:solidFill>
                  <a:srgbClr val="CCD6E8"/>
                </a:solidFill>
                <a:latin typeface="Calibri"/>
              </a:rPr>
              <a:t>Kim Dotcom's Vision  |  Python Prototype  |  2026-02-23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36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Hacking Conference 2026  |  Security Research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The Problem: Internet is Centralised &amp; Censored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36000"/>
            <a:ext cx="1116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8D7"/>
                </a:solidFill>
                <a:latin typeface="Calibri"/>
              </a:rPr>
              <a:t>The centralised internet has critical weaknesses: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IP addresses are assigned by IANA/RIRs  -&gt;  can be revoked or blocked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DNS is centralised  -&gt;  single point of control and failure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BGP routing is trust-based  -&gt;  route hijacking, censorship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Traffic is monitorable at ISP level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0078D7"/>
                </a:solidFill>
                <a:latin typeface="Calibri"/>
              </a:rPr>
              <a:t>Kim Dotcom's MegaNet vision: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No IP addresses  -&gt;  addresses derived from public keys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No DNS  -&gt;  blockchain-based key registry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Radio transport (LoRa)  -&gt;  censorship-resistant physical layer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Encrypted by default  -&gt;  E2E, no plaintext on the wire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Architecture: 5 Independent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07999"/>
            <a:ext cx="11160000" cy="2700000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79999"/>
            <a:ext cx="11016000" cy="25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E3C"/>
                </a:solidFill>
                <a:latin typeface="Courier New"/>
              </a:rPr>
              <a:t>Layer 1  CRYPTO        Ed25519 identity + X25519 ECDH + ChaCha20-Poly1305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Layer 2  BLOCKCHAIN    SHA3-256 PoW  |  4 TX types  |  fork resolution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Layer 3  LORA RADIO    EU868 propagation model  |  duty-cycle tracker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Layer 4  KADEMLIA DHT  160-bit XOR routing  |  k=20  |  content-addressing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Layer 5  NODE          Integration: send_message / receive_packets / mine_block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Single external dependency: cryptography&gt;=42.0.0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42 unit tests | 0.16s runtime | no hardware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140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8D7"/>
                </a:solidFill>
                <a:latin typeface="Calibri"/>
              </a:rPr>
              <a:t>Each layer is independently testable and replaceable.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Real LoRa hardware can replace the simulator with zero changes to upper layers.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Cryptography: Public-Key Addressing &amp; E2E Encryption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07999"/>
            <a:ext cx="11160000" cy="3240000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79999"/>
            <a:ext cx="11016000" cy="30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E3C"/>
                </a:solidFill>
                <a:latin typeface="Courier New"/>
              </a:rPr>
              <a:t># Node identity &amp; address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ed_priv, ed_pub = Ed25519.generate()          # signing / identity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x_priv,  x_pub  = X25519.generate()           # ECDH key exchange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address          = SHA3_256(ed_pub_raw)[:20]  # 160-bit, no registry needed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# Message encryption A -&gt; B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shared = X25519(A.x_priv, B.x_pub)            # 32-byte secret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aad    = A.addr + B.addr                       # authenticated metadata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nonce  = os.urandom(12)                        # 96-bit random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ct     = ChaCha20Poly1305.encrypt(shared, plaintext, aad, nonce)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wire   = A.addr(20B) + nonce(12B) + 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608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78D7"/>
                </a:solidFill>
                <a:latin typeface="Calibri"/>
              </a:rPr>
              <a:t>ChaCha20-Poly1305: constant-time, hardware-independent, 256-bit security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Perfect for IoT/LoRa: no AES hardware required  |  lower power consumption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Lightweight Blockchain: Registration, Routing &amp; Receipts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07999"/>
            <a:ext cx="11160000" cy="3600000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79999"/>
            <a:ext cx="11016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E3C"/>
                </a:solidFill>
                <a:latin typeface="Courier New"/>
              </a:rPr>
              <a:t># 4 Transaction types (all Ed25519 signed, SHA3-256 tx_id)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NODE_REGISTER    -&gt;  publish ed25519_pub + x25519_pub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ROUTING_UPDATE   -&gt;  announce up to 10 known peers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MESSAGE_RECEIPT  -&gt;  non-repudiable delivery proof (msg_id + receiver)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DATA_ANCHOR      -&gt;  pin content_hash + frag_count on-chain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# Proof of Work (demo settings)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difficulty = 2   # 2 leading hex zeros = ~256 iterations = ~1ms/block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hash = SHA3_256(JSON(block_header))  must start with '00'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# Mempool: max 50 txs, FIFO eviction, dedup by tx_id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# Fork resolution: longest valid chain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112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State indices rebuilt from chain: node_registry, message_receipts, data_anchors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LoRaWAN EU868: Radio Transport Without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07999"/>
            <a:ext cx="11160000" cy="3420000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79999"/>
            <a:ext cx="11016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E3C"/>
                </a:solidFill>
                <a:latin typeface="Courier New"/>
              </a:rPr>
              <a:t># Log-distance path loss model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PL(d) = 112 dB + 10 * 2.7 * log10(d_km)    # n=2.7 rural/suburban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RSSI  = 14 dBm - PL(d)                      # TX power 14 dBm (EU868 max)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# Delivery probability (sigmoid)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P(rx) = 1 / (1 + exp(-0.5 * (RSSI - sensitivity[SF])))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# EU868 Duty cycle: 1% per hour (sliding window)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budget = 36,000 ms / hour    # enforced per gateway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RSSI @ 1km: -98 dBm   @ 5km: -117 dBm   @ 10km: -125 dBm   @ 15km: -130 dBm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SF7 sensitivity: -123 dBm   -&gt;  effective range ~7-9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860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5 gateways on 20x20 km grid  |  Fragment size: 203 B (SF7: 222B - 19B header)</a:t>
            </a:r>
          </a:p>
          <a:p>
            <a:pPr algn="l"/>
            <a:r>
              <a:rPr sz="1500" b="0">
                <a:solidFill>
                  <a:srgbClr val="0078D7"/>
                </a:solidFill>
                <a:latin typeface="Calibri"/>
              </a:rPr>
              <a:t>Real LoRa hardware plug-in: replace LoRaSimulator.transmit() with SX1276 driver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Kademlia DHT &amp; 'Homeless Data'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07999"/>
            <a:ext cx="11160000" cy="3240000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79999"/>
            <a:ext cx="11016000" cy="30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E3C"/>
                </a:solidFill>
                <a:latin typeface="Courier New"/>
              </a:rPr>
              <a:t># 160-bit XOR routing (matches 20-byte address space)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bucket_idx = (our_addr XOR their_addr).bit_length() - 1   # 0..159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k = 20   # contacts per bucket, LRS eviction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# Content addressing (homeless data)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content_hash = SHA3_256(data)[:20]           # 20-byte content address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store_key    = SHA3_256(content_hash + frag_idx)[:20]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# Fragmentation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fragment_message(data, max=203B) -&gt; (content_hash, [Fragment...])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reassemble_message(fragments)    -&gt; bytes | None   # None if incomplete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680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78D7"/>
                </a:solidFill>
                <a:latin typeface="Calibri"/>
              </a:rPr>
              <a:t>Data has no fixed home  -&gt;  resistant to node takedowns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Any node holding fragments can forward/serve them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Content hash verified on reassembly  -&gt;  data integrity guaranteed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End-to-End Message Flow: Alice -&gt; Bob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07999"/>
            <a:ext cx="11160000" cy="3960000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79999"/>
            <a:ext cx="11016000" cy="38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E3C"/>
                </a:solidFill>
                <a:latin typeface="Courier New"/>
              </a:rPr>
              <a:t>1. Lookup Bob.x25519_pub in blockchain.node_registry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2. shared_secret = X25519(Alice.x_priv, Bob.x_pub)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3. wire = Alice.addr(20B) + nonce(12B) + ChaCha20Poly1305(plaintext)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4. fragment_message(wire) -&gt; chunks of &lt;=203 bytes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5. for chunk in chunks: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     pkt = LoRaPacket(SF7, chunk)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     LoRaSimulator.transmit(pkt, Alice.x, Alice.y)   # path loss + random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6. Gateways receive -&gt; deduplicate -&gt; deliver to Bob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7. Bob.receive_packets() -&gt; reassemble -&gt; decrypt -&gt; Bob.inbox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8. Bob creates MESSAGE_RECEIPT tx -&gt; mine_block() -&gt; broadcast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9. On-chain proof: blockchain.message_receipts[msg_id]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328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Partitioned nodes cannot receive  |  All state verifiable on-chain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Security Properties &amp; Threat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36000"/>
            <a:ext cx="1116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8D7"/>
                </a:solidFill>
                <a:latin typeface="Calibri"/>
              </a:rPr>
              <a:t>Threats Addressed: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Eavesdropping         -&gt;  ChaCha20-Poly1305 E2E encryption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Impersonation         -&gt;  Ed25519 signatures on all transactions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Replay attacks        -&gt;  Random 96-bit nonce per message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Payload tampering     -&gt;  Poly1305 16-byte authentication tag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IP-based censorship   -&gt;  No IP addresses in the protocol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Sybil (partial)       -&gt;  PoW registration cost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700" b="1">
                <a:solidFill>
                  <a:srgbClr val="0078D7"/>
                </a:solidFill>
                <a:latin typeface="Calibri"/>
              </a:rPr>
              <a:t>MVP Limitations (known):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No key revocation  |  PoW difficulty=2 trivial (demo only)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No incentive model for relaying  |  No store-and-forward for offline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Test Results: 42/42 Tests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07999"/>
            <a:ext cx="11160000" cy="3420000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79999"/>
            <a:ext cx="11016000" cy="32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E3C"/>
                </a:solidFill>
                <a:latin typeface="Courier New"/>
              </a:rPr>
              <a:t>$ .venv/bin/pytest tests/ -v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test_blockchain.py::test_genesis_deterministic              PASSED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test_blockchain.py::test_fork_resolution_longer_chain_wins  PASSED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test_blockchain.py::test_mempool_fifo_eviction              PASSED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test_crypto.py::test_ecdh_symmetric                         PASSED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test_crypto.py::test_tamper_detection_raises                PASSED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test_lora.py::test_rssi_at_5km                              PASSED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test_lora.py::test_duty_cycle_blocks_over_budget            PASSED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test_lora.py::test_simulator_far_node_low_delivery          PASSED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...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42 passed in 0.16s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86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No hardware  |  No network  |  Single dependency: cryptography&gt;=42</a:t>
            </a:r>
          </a:p>
          <a:p>
            <a:pPr algn="l"/>
            <a:r>
              <a:rPr sz="1400" b="0">
                <a:solidFill>
                  <a:srgbClr val="0078D7"/>
                </a:solidFill>
                <a:latin typeface="Calibri"/>
              </a:rPr>
              <a:t>python3 -m venv .venv &amp;&amp; .venv/bin/pip install -r requirements.txt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Live Demo: python main.py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007999"/>
            <a:ext cx="11160000" cy="4140000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079999"/>
            <a:ext cx="11016000" cy="39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E3C"/>
                </a:solidFill>
                <a:latin typeface="Courier New"/>
              </a:rPr>
              <a:t>$ python main.py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1. Node Creation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   Alice: 4ae58a4f3022fe697a88d19edfa5b18350f1498c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   Bob:   67005aedfde22015fe044a1811f0300638b9097f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   [PASS] All addresses are 40 hex chars &amp; unique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2. Bootstrap  -&gt;  [PASS] node_registry has 5 entries  |  height &gt;= 1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3. Alice-&gt;Bob -&gt;  [PASS] Bob received correct plaintext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4. Receipt    -&gt;  [PASS] Chain grew to &gt;= 2  |  message_receipts populated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5. Partition  -&gt;  [PASS] Partitioned node (Eve) received nothing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6. Routing    -&gt;  [PASS] Alice has &gt;= 4 contacts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7. DHT        -&gt;  [PASS] 500B -&gt; 3 fragments, reassembly correct</a:t>
            </a:r>
          </a:p>
          <a:p>
            <a:r>
              <a:rPr sz="1200">
                <a:solidFill>
                  <a:srgbClr val="0F1E3C"/>
                </a:solidFill>
                <a:latin typeface="Courier New"/>
              </a:rPr>
              <a:t>8. LoRa       -&gt;  [PASS] RSSI @ 5km = -116.9 dBm (expected ~-117 dBm)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3200" cy="64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Roadmap: From MVP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36000"/>
            <a:ext cx="1116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8D7"/>
                </a:solidFill>
                <a:latin typeface="Calibri"/>
              </a:rPr>
              <a:t>Phase 1 (MVP - DONE): Pure Python simulation  |  42 passing tests  |  full E2E demo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0078D7"/>
                </a:solidFill>
                <a:latin typeface="Calibri"/>
              </a:rPr>
              <a:t>Phase 2 - Real Hardware: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Swap LoRaSimulator -&gt; SX1276/SX1278 driver  |  Raspberry Pi / ESP32 nodes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0078D7"/>
                </a:solidFill>
                <a:latin typeface="Calibri"/>
              </a:rPr>
              <a:t>Phase 3 - Protocol Hardening: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Key revocation  |  PoW difficulty 6+  |  Difficulty adjustment  |  Store-and-forward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0078D7"/>
                </a:solidFill>
                <a:latin typeface="Calibri"/>
              </a:rPr>
              <a:t>Phase 4 - Incentive Layer: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Token reward for fragment storage &amp; relay  |  Proof-of-bandwidth consensus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>
                <a:solidFill>
                  <a:srgbClr val="0078D7"/>
                </a:solidFill>
                <a:latin typeface="Calibri"/>
              </a:rPr>
              <a:t>Phase 5 - Application Layer: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MegaNet DNS equivalent  |  Browser extension  |  Mobile 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0000"/>
            <a:ext cx="12193200" cy="5580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0"/>
            <a:ext cx="104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internet can be rebuilt.</a:t>
            </a:r>
          </a:p>
          <a:p>
            <a:pPr algn="l"/>
            <a:r>
              <a:rPr sz="2400" b="0">
                <a:solidFill>
                  <a:srgbClr val="0078D7"/>
                </a:solidFill>
                <a:latin typeface="Calibri"/>
              </a:rPr>
              <a:t>No IPs. No DNS. No censorship.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  <a:latin typeface="Calibri"/>
              </a:rPr>
              <a:t>Code: /usr/src/meganet  |  Run: python main.py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336000"/>
            <a:ext cx="115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MegaNet MVP  |  Hacking Conference 2026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